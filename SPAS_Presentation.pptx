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6"/>
  </p:notesMasterIdLst>
  <p:sldIdLst>
    <p:sldId id="790" r:id="rId2"/>
    <p:sldId id="791" r:id="rId3"/>
    <p:sldId id="792" r:id="rId4"/>
    <p:sldId id="788" r:id="rId5"/>
    <p:sldId id="793" r:id="rId25"/>
    <p:sldId id="794" r:id="rId26"/>
    <p:sldId id="795" r:id="rId27"/>
    <p:sldId id="796" r:id="rId28"/>
    <p:sldId id="797" r:id="rId29"/>
    <p:sldId id="798" r:id="rId30"/>
    <p:sldId id="799" r:id="rId31"/>
    <p:sldId id="800" r:id="rId32"/>
    <p:sldId id="801" r:id="rId33"/>
    <p:sldId id="802" r:id="rId34"/>
  </p:sldIdLst>
  <p:sldSz cx="9902825" cy="6858000"/>
  <p:notesSz cx="6858000" cy="9144000"/>
  <p:embeddedFontLst>
    <p:embeddedFont>
      <p:font typeface="Samsung Sharp Sans Bold" pitchFamily="2" charset="0"/>
      <p:bold r:id="rId7"/>
    </p:embeddedFont>
    <p:embeddedFont>
      <p:font typeface="Samsung Sharp Sans" pitchFamily="2" charset="0"/>
      <p:bold r:id="rId8"/>
    </p:embeddedFont>
    <p:embeddedFont>
      <p:font typeface="SamsungOneKorean 400" panose="020B0503030303020204" pitchFamily="50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SamsungOne 700" panose="020B0803030303020204" pitchFamily="34" charset="0"/>
      <p:bold r:id="rId12"/>
    </p:embeddedFont>
    <p:embeddedFont>
      <p:font typeface="SamsungOne 400C" panose="020B0506030303020204" pitchFamily="34" charset="0"/>
      <p:regular r:id="rId13"/>
    </p:embeddedFont>
    <p:embeddedFont>
      <p:font typeface="Samsung Sharp Sans Medium" pitchFamily="2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amsungOne 400" panose="020B0503030303020204" pitchFamily="34" charset="0"/>
      <p:regular r:id="rId19"/>
    </p:embeddedFont>
    <p:embeddedFont>
      <p:font typeface="Arial Unicode MS" panose="020B0604020202020204" pitchFamily="50" charset="-127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3" autoAdjust="0"/>
    <p:restoredTop sz="72205" autoAdjust="0"/>
  </p:normalViewPr>
  <p:slideViewPr>
    <p:cSldViewPr snapToGrid="0">
      <p:cViewPr>
        <p:scale>
          <a:sx n="110" d="100"/>
          <a:sy n="110" d="100"/>
        </p:scale>
        <p:origin x="1428" y="240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2023-09-05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=""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=""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Big</a:t>
            </a:r>
            <a:r>
              <a:rPr lang="ko-KR" altLang="en-US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 </a:t>
            </a: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Data</a:t>
            </a:r>
            <a:r>
              <a:rPr lang="ko-KR" altLang="en-US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 </a:t>
            </a: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=""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=""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=""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2641721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Big Data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=""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=""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=""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=""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=""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=""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=""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=""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=""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=""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=""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2023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Innovation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=""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=""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=""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SIC AI Team</a:t>
            </a: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</p:spPr>
        <p:txBody>
          <a:bodyPr/>
          <a:lstStyle/>
          <a:p>
            <a:r>
              <a:t>SIC AI Team</a:t>
            </a:r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=""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5" name="직사각형 4">
              <a:extLst>
                <a:ext uri="{FF2B5EF4-FFF2-40B4-BE49-F238E27FC236}">
                  <a16:creationId xmlns=""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 Title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=""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1.3. Subtitle</a:t>
              </a: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=""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=""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 Title</a:t>
              </a: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=""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=""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2.3. Subtitle</a:t>
              </a: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=""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 Title</a:t>
              </a: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=""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=""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3.3. Subtitle</a:t>
              </a: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=""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t>Smart Passive Attendance System</a:t>
            </a: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Passive Attendance System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Smart Passive Attendance System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Smart Passive Attendance System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Smart Passive Attendance System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Smart Passive Attendance System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Smart Passive Attendance System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Smart Passive Attendance System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SPAS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Manual roll call consumes class time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Face attendance provides repeatable evidence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Goal: practical AI pipeline from camera to attendance record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Webcam / camera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YOLO11n face detection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512D face embedding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Cosine similarity with class gallery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Backend saves attendance and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Model 1: YOLO11n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Input size: 640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Training: 25 epochs, batch size 8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Output: face bounding boxes and confidence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Metrics: Precision, Recall, mAP50, mAP50-95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Model 2: ArcFace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Input: 160 × 160 face crop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InceptionResnetV1 embedding: 512 dimensions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ArcFace margin during training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Gallery matching with cosine similarity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EDA → preprocessing → train → validate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Save best checkpoint and metrics JSON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Run real-image inference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Package weights, preprocessing, threshold, and gallery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Frontend starts attendance session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Backend authorizes request and calls AI service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AI returns boxes, identity, score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Backend deduplicates and stores result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Teacher reviews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Detection: Precision, Recall, mAP50, mAP50-95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Recognition: Top-1, Top-5, cosine score, margin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System: known, unknown, false match, response time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Final values inserted after fine-tuning completes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Functional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Login and role access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Face enrollment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Known student attendance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UNKNOWN_PERSON rejection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Duplicate enrollment rejection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Evidence and teacher correction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Sensitive to lighting, pose, blur, and camera placement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Threshold needs camera-specific calibration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Liveness and anti-spoofing need dedicated evaluation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Future: tracking, batching, multi-camera, privacy controls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SPAS demonstrates an end-to-end AI attendance workflow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Detection and recognition are independently evaluable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System output remains reviewable by teachers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Next milestone: complete final metrics and scenario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</TotalTime>
  <Words>63</Words>
  <Application>Microsoft Office PowerPoint</Application>
  <PresentationFormat>사용자 지정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Samsung Sharp Sans Bold</vt:lpstr>
      <vt:lpstr>Samsung Sharp Sans</vt:lpstr>
      <vt:lpstr>SamsungOneKorean 400</vt:lpstr>
      <vt:lpstr>Arial</vt:lpstr>
      <vt:lpstr>맑은 고딕</vt:lpstr>
      <vt:lpstr>SamsungOne 700</vt:lpstr>
      <vt:lpstr>SamsungOne 400C</vt:lpstr>
      <vt:lpstr>Samsung Sharp Sans Medium</vt:lpstr>
      <vt:lpstr>Calibri</vt:lpstr>
      <vt:lpstr>SamsungOne 400</vt:lpstr>
      <vt:lpstr>Arial Unicode MS</vt:lpstr>
      <vt:lpstr>Office Theme</vt:lpstr>
      <vt:lpstr>Project Name</vt:lpstr>
      <vt:lpstr>PowerPoint 프레젠테이션</vt:lpstr>
      <vt:lpstr>Slide Title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Soomin Kim</cp:lastModifiedBy>
  <cp:revision>2077</cp:revision>
  <dcterms:created xsi:type="dcterms:W3CDTF">2019-07-06T14:12:49Z</dcterms:created>
  <dcterms:modified xsi:type="dcterms:W3CDTF">2023-09-04T22:55:03Z</dcterms:modified>
</cp:coreProperties>
</file>